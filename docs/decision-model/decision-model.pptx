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[وصف مختصر للمشكلة]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[ما الذي نريد حسمه؟ ومن صاحب القرار؟]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[أهم 3 إلى 5 نتائج]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A</a:t>
            </a:r>
          </a:p>
          <a:p>
            <a:pPr algn="r" rtl="1">
              <a:defRPr sz="2000"/>
            </a:pPr>
            <a:r>
              <a:t>• البديل B</a:t>
            </a:r>
          </a:p>
          <a:p>
            <a:pPr algn="r" rtl="1">
              <a:defRPr sz="2000"/>
            </a:pPr>
            <a:r>
              <a:t>• البديل 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C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السرعة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المخاطر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الأثر الاستراتيجي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البديل B (الدرجة 7.65)</a:t>
            </a:r>
          </a:p>
          <a:p>
            <a:pPr algn="r" rtl="1">
              <a:defRPr sz="2000"/>
            </a:pPr>
            <a:r>
              <a:t>الترتيب: A = 7.55 (المركز 2)، B = 7.65 (المركز 1)، C = 7.15 (المركز 3)</a:t>
            </a:r>
          </a:p>
          <a:p>
            <a:pPr algn="r" rtl="1">
              <a:defRPr sz="2000"/>
            </a:pPr>
            <a:r>
              <a:t>[السبب ومخاطر القرار]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